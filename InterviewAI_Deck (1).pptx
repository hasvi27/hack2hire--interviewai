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6D28D9">
              <a:alpha val="12000"/>
            </a:srgbClr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1645920" cy="27432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HACK2HIRE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InterviewAI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48840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4884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Mock Interview Platform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State-Based Adaptive Interview Intelligence Engine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Interviewer Personas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3337560"/>
            <a:ext cx="1828800" cy="27432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5-Dim Scoring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17136" y="3337560"/>
            <a:ext cx="1828800" cy="27432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7136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Session Memory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47104" y="3337560"/>
            <a:ext cx="1828800" cy="27432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Hiring Decision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Built with Visual Studio Code  ·  React 18  ·  Claude Sonnet 4  ·  nsaidTalks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731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8B5CF6">
                    <a:alpha val="30000"/>
                  </a:srgbClr>
                </a:solidFill>
              </a:rPr>
              <a:t>✦</a:t>
            </a:r>
            <a:endParaRPr lang="en-US" sz="1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Most candidates fail not because of lack of skill — but lack of structured, realistic practice.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2651760"/>
          </a:xfrm>
          <a:prstGeom prst="rect">
            <a:avLst/>
          </a:prstGeom>
          <a:solidFill>
            <a:srgbClr val="1313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81328"/>
            <a:ext cx="502920" cy="502920"/>
          </a:xfrm>
          <a:prstGeom prst="ellipse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Real Pressure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Traditional mock interviews are informal, unstructured, and inconsistent. No timer. No stakes. No simulation.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325880"/>
            <a:ext cx="2743200" cy="2651760"/>
          </a:xfrm>
          <a:prstGeom prst="rect">
            <a:avLst/>
          </a:prstGeom>
          <a:solidFill>
            <a:srgbClr val="1313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481328"/>
            <a:ext cx="502920" cy="50292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5848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Vague Feedback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55848" y="2523744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Feedback like 'good answer' or 'needs improvement' gives candidates nothing actionable to work with.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325880"/>
            <a:ext cx="2743200" cy="2651760"/>
          </a:xfrm>
          <a:prstGeom prst="rect">
            <a:avLst/>
          </a:prstGeom>
          <a:solidFill>
            <a:srgbClr val="1313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1481328"/>
            <a:ext cx="502920" cy="50292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0216" y="2084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Difficulty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0216" y="2523744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Every question is the same difficulty regardless of how well you perform. No adaptation. No realism.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8412480" cy="65836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of rejected candidates had the required skills — they just were not interview-ready.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520440"/>
          </a:xfrm>
          <a:prstGeom prst="rect">
            <a:avLst/>
          </a:prstGeom>
          <a:solidFill>
            <a:srgbClr val="1313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 state-based adaptive interview intelligence engine — not a chatbot.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" y="2029968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Analyzes resume + JD to extract skills and gaps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441448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682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4 interviewer personalities with distinct AI prompts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852928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797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Session memory — AI references your previous answers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326440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91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Enforces strict time limits with auto-submit on timeout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3675888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02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5-dimension objective scoring per answer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408736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142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Early termination if rolling average drops below 35/100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206240" cy="352044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60120"/>
            <a:ext cx="2084832" cy="384048"/>
          </a:xfrm>
          <a:prstGeom prst="rect">
            <a:avLst/>
          </a:prstGeom>
          <a:solidFill>
            <a:srgbClr val="2D0505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960120"/>
            <a:ext cx="2084832" cy="384048"/>
          </a:xfrm>
          <a:prstGeom prst="rect">
            <a:avLst/>
          </a:prstGeom>
          <a:solidFill>
            <a:srgbClr val="1A0A38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9601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Other Tools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96012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InterviewAI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1728" y="1463040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✕  One generic interviewer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03136" y="1463040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✓  4 distinct personalities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783080"/>
            <a:ext cx="4206240" cy="27432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810512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✕  Score only — no explanation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03136" y="1810512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✓  Why You Lost Points breakdown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30552"/>
            <a:ext cx="4206240" cy="27432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157984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✕  No memory between questions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03136" y="2157984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✓  Full session memory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478024"/>
            <a:ext cx="4206240" cy="27432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505456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✕  No comm. tracking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03136" y="2505456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✓  Filler words, confidence score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825496"/>
            <a:ext cx="4206240" cy="27432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852928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✕  No hiring decision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03136" y="2852928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✓  Strong Hire / Hire / No Hire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172968"/>
            <a:ext cx="4206240" cy="27432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200400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✕  Static difficulty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03136" y="3200400"/>
            <a:ext cx="204825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✓  Real-time adaptive engine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Differentiators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993392" cy="2103120"/>
          </a:xfrm>
          <a:prstGeom prst="rect">
            <a:avLst/>
          </a:prstGeom>
          <a:solidFill>
            <a:srgbClr val="1313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FAANG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Precision-focused. Expects optimal solutions, time complexity, edge cases, and system design.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896112"/>
            <a:ext cx="1993392" cy="2103120"/>
          </a:xfrm>
          <a:prstGeom prst="rect">
            <a:avLst/>
          </a:prstGeom>
          <a:solidFill>
            <a:srgbClr val="1313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9875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4813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42032" y="1847088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Fast-paced. Values pragmatism, shipping mentality, product thinking, and handling ambiguity.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896112"/>
            <a:ext cx="1993392" cy="2103120"/>
          </a:xfrm>
          <a:prstGeom prst="rect">
            <a:avLst/>
          </a:prstGeom>
          <a:solidFill>
            <a:srgbClr val="1313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9875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4813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Friendly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18304" y="1847088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Warm and supportive. Constructive feedback. Helps candidates perform at their best.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896112"/>
            <a:ext cx="1993392" cy="2103120"/>
          </a:xfrm>
          <a:prstGeom prst="rect">
            <a:avLst/>
          </a:prstGeom>
          <a:solidFill>
            <a:srgbClr val="1313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9875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03136" y="14813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94576" y="1847088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High standards. Immediately identifies vagueness, incomplete answers, and lack of depth.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182112"/>
            <a:ext cx="2761488" cy="1664208"/>
          </a:xfrm>
          <a:prstGeom prst="rect">
            <a:avLst/>
          </a:prstGeom>
          <a:solidFill>
            <a:srgbClr val="1313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29184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 Communication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" y="3694176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Tracks filler words, confidence hedging, structure markers, and verbosity. Client-side, zero extra API calls.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18688" y="3182112"/>
            <a:ext cx="2761488" cy="1664208"/>
          </a:xfrm>
          <a:prstGeom prst="rect">
            <a:avLst/>
          </a:prstGeom>
          <a:solidFill>
            <a:srgbClr val="1313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329184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Session Memory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46704" y="3694176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receives last 3 Q&amp;A pairs including your actual answers, then probes deeper on what you said.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3182112"/>
            <a:ext cx="2761488" cy="1664208"/>
          </a:xfrm>
          <a:prstGeom prst="rect">
            <a:avLst/>
          </a:prstGeom>
          <a:solidFill>
            <a:srgbClr val="1313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29184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Why This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694176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Per-dimension breakdown tells you exactly which points you earned and which points you lost.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Scoring Engine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5 Dimensions  ·  100 pts per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846320" cy="594360"/>
          </a:xfrm>
          <a:prstGeom prst="rect">
            <a:avLst/>
          </a:prstGeom>
          <a:solidFill>
            <a:srgbClr val="1313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71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36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Factual and technical correctness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0" y="1234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0–20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4846320" cy="594360"/>
          </a:xfrm>
          <a:prstGeom prst="rect">
            <a:avLst/>
          </a:prstGeom>
          <a:solidFill>
            <a:srgbClr val="1313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4767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2494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Structured, easy-to-follow communication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19476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0–20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660904"/>
            <a:ext cx="4846320" cy="594360"/>
          </a:xfrm>
          <a:prstGeom prst="rect">
            <a:avLst/>
          </a:prstGeom>
          <a:solidFill>
            <a:srgbClr val="1313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6090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9626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Thoroughness, examples, edge cases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0" y="266090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0–20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3374136"/>
            <a:ext cx="4846320" cy="594360"/>
          </a:xfrm>
          <a:prstGeom prst="rect">
            <a:avLst/>
          </a:prstGeom>
          <a:solidFill>
            <a:srgbClr val="1313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7413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Relevance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Directly addresses the question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33741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0–20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087368"/>
            <a:ext cx="4846320" cy="594360"/>
          </a:xfrm>
          <a:prstGeom prst="rect">
            <a:avLst/>
          </a:prstGeom>
          <a:solidFill>
            <a:srgbClr val="1313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8736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123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Efficiency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89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Deterministic formula, never AI-subjective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40873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0–20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0" y="804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Difficulty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0" y="1234440"/>
            <a:ext cx="3383280" cy="365760"/>
          </a:xfrm>
          <a:prstGeom prst="rect">
            <a:avLst/>
          </a:prstGeom>
          <a:solidFill>
            <a:srgbClr val="1313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Score &gt;= 70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ESCALATE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1673352"/>
            <a:ext cx="3383280" cy="365760"/>
          </a:xfrm>
          <a:prstGeom prst="rect">
            <a:avLst/>
          </a:prstGeom>
          <a:solidFill>
            <a:srgbClr val="1313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1673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Score 40 – 69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1673352"/>
            <a:ext cx="14630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MAINTAIN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2112264"/>
            <a:ext cx="3383280" cy="365760"/>
          </a:xfrm>
          <a:prstGeom prst="rect">
            <a:avLst/>
          </a:prstGeom>
          <a:solidFill>
            <a:srgbClr val="1313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112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Score &lt; 40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2112264"/>
            <a:ext cx="14630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REDUCE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0" y="2697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Termination Rules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0" y="3118104"/>
            <a:ext cx="3383280" cy="384048"/>
          </a:xfrm>
          <a:prstGeom prst="rect">
            <a:avLst/>
          </a:prstGeom>
          <a:solidFill>
            <a:srgbClr val="1313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31181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Rule A:  2 consecutive scores below 30/100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0" y="3575304"/>
            <a:ext cx="3383280" cy="384048"/>
          </a:xfrm>
          <a:prstGeom prst="rect">
            <a:avLst/>
          </a:prstGeom>
          <a:solidFill>
            <a:srgbClr val="1313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96128" y="35753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Rule B:  3-Q rolling average below 35/100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4032504"/>
            <a:ext cx="3383280" cy="384048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96128" y="40325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Checked after every Q (once 3+ answered)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0" y="4526280"/>
            <a:ext cx="3383280" cy="402336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59552" y="452628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Final: weighted avg  (Easy x1.0  ·  Med x1.3  ·  Hard x1.6)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Recruiter-Grade Report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What judges see at the end: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335024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Hiring Decision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53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Strong Hire  ·  Hire  ·  Borderline  ·  No Hire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83664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Animated Score Dial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02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Weighted readiness score 0–100 with live count-up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32304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 Radar Chart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511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Custom SVG pentagon chart across 5 skill dimensions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Communication Card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99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Aggregated filler words, confidence, structure, verbosity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529584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Improvement Roadmap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648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Priority-tagged action plan: High / Medium / Low with timeframes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078224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Strong / Why Weak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97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Per-question breakdown of exactly what earned or lost points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804672"/>
            <a:ext cx="3474720" cy="40233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</a:rPr>
              <a:t>HIRING DECISION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1353312"/>
            <a:ext cx="3200400" cy="621792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3533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✦ ✦ 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1353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 Hire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1673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85–100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2103120"/>
            <a:ext cx="3200400" cy="621792"/>
          </a:xfrm>
          <a:prstGeom prst="rect">
            <a:avLst/>
          </a:prstGeom>
          <a:solidFill>
            <a:srgbClr val="0A1E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10312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</a:rPr>
              <a:t>✦ ✦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29400" y="2103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70–84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2852928"/>
            <a:ext cx="3200400" cy="621792"/>
          </a:xfrm>
          <a:prstGeom prst="rect">
            <a:avLst/>
          </a:prstGeom>
          <a:solidFill>
            <a:srgbClr val="2D1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85292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✦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9400" y="28529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Borderline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29400" y="3172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50–69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32120" y="3602736"/>
            <a:ext cx="3200400" cy="621792"/>
          </a:xfrm>
          <a:prstGeom prst="rect">
            <a:avLst/>
          </a:prstGeom>
          <a:solidFill>
            <a:srgbClr val="2D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6027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✕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29400" y="36027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Hire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29400" y="39227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&lt; 50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Live Demo: </a:t>
            </a:r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hack2hire-interviewai.netlify.app</a:t>
            </a:r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   |   GitHub: </a:t>
            </a:r>
            <a:pPr algn="ctr" indent="0" marL="0">
              <a:buNone/>
            </a:pPr>
            <a:r>
              <a:rPr lang="en-US" sz="1100" dirty="0">
                <a:solidFill>
                  <a:srgbClr val="E9D5FF"/>
                </a:solidFill>
              </a:rPr>
              <a:t>github.com/Hasvi27/hack2hire--interviewai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InterviewAI — Hack2Hire 2026</dc:title>
  <dc:subject>PptxGenJS Presentation</dc:subject>
  <dc:creator>InterviewAI</dc:creator>
  <cp:lastModifiedBy>InterviewAI</cp:lastModifiedBy>
  <cp:revision>1</cp:revision>
  <dcterms:created xsi:type="dcterms:W3CDTF">2026-06-01T11:27:27Z</dcterms:created>
  <dcterms:modified xsi:type="dcterms:W3CDTF">2026-06-01T11:27:27Z</dcterms:modified>
</cp:coreProperties>
</file>